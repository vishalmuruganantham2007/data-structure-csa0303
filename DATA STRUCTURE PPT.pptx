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0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8DCF4-9143-436E-8D6D-657531F84AAC}" v="26" dt="2026-07-25T03:34:17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M" userId="fd34261e5ac020dd" providerId="LiveId" clId="{D125C9CB-D2F0-420C-97C0-65874EF54C6C}"/>
    <pc:docChg chg="undo custSel addSld delSld modSld">
      <pc:chgData name="Vishal M" userId="fd34261e5ac020dd" providerId="LiveId" clId="{D125C9CB-D2F0-420C-97C0-65874EF54C6C}" dt="2026-07-25T03:47:01.089" v="463" actId="14100"/>
      <pc:docMkLst>
        <pc:docMk/>
      </pc:docMkLst>
      <pc:sldChg chg="modSp mod">
        <pc:chgData name="Vishal M" userId="fd34261e5ac020dd" providerId="LiveId" clId="{D125C9CB-D2F0-420C-97C0-65874EF54C6C}" dt="2026-07-25T03:32:08.393" v="399" actId="20577"/>
        <pc:sldMkLst>
          <pc:docMk/>
          <pc:sldMk cId="4043737824" sldId="257"/>
        </pc:sldMkLst>
        <pc:spChg chg="mod">
          <ac:chgData name="Vishal M" userId="fd34261e5ac020dd" providerId="LiveId" clId="{D125C9CB-D2F0-420C-97C0-65874EF54C6C}" dt="2026-07-25T03:31:47.987" v="366" actId="27636"/>
          <ac:spMkLst>
            <pc:docMk/>
            <pc:sldMk cId="4043737824" sldId="257"/>
            <ac:spMk id="2" creationId="{78FD68DA-43BA-4508-8DE2-BA9BB7B2FA5B}"/>
          </ac:spMkLst>
        </pc:spChg>
        <pc:spChg chg="mod">
          <ac:chgData name="Vishal M" userId="fd34261e5ac020dd" providerId="LiveId" clId="{D125C9CB-D2F0-420C-97C0-65874EF54C6C}" dt="2026-07-25T03:32:08.393" v="399" actId="20577"/>
          <ac:spMkLst>
            <pc:docMk/>
            <pc:sldMk cId="4043737824" sldId="257"/>
            <ac:spMk id="3" creationId="{A8E9CFF2-3777-4FF4-A759-8491175B0B7C}"/>
          </ac:spMkLst>
        </pc:spChg>
      </pc:sldChg>
      <pc:sldChg chg="modSp mod">
        <pc:chgData name="Vishal M" userId="fd34261e5ac020dd" providerId="LiveId" clId="{D125C9CB-D2F0-420C-97C0-65874EF54C6C}" dt="2026-07-25T03:41:50.663" v="461" actId="20577"/>
        <pc:sldMkLst>
          <pc:docMk/>
          <pc:sldMk cId="191714609" sldId="258"/>
        </pc:sldMkLst>
        <pc:spChg chg="mod">
          <ac:chgData name="Vishal M" userId="fd34261e5ac020dd" providerId="LiveId" clId="{D125C9CB-D2F0-420C-97C0-65874EF54C6C}" dt="2026-07-25T03:41:44.717" v="460" actId="20577"/>
          <ac:spMkLst>
            <pc:docMk/>
            <pc:sldMk cId="191714609" sldId="258"/>
            <ac:spMk id="2" creationId="{9AB2EA78-AEB3-469B-9025-3B17201A457B}"/>
          </ac:spMkLst>
        </pc:spChg>
        <pc:spChg chg="mod">
          <ac:chgData name="Vishal M" userId="fd34261e5ac020dd" providerId="LiveId" clId="{D125C9CB-D2F0-420C-97C0-65874EF54C6C}" dt="2026-07-25T03:41:50.663" v="461" actId="20577"/>
          <ac:spMkLst>
            <pc:docMk/>
            <pc:sldMk cId="191714609" sldId="258"/>
            <ac:spMk id="3" creationId="{255E1F2F-E259-4EA8-9FFD-3A10AF541859}"/>
          </ac:spMkLst>
        </pc:spChg>
      </pc:sldChg>
      <pc:sldChg chg="addSp modSp mod">
        <pc:chgData name="Vishal M" userId="fd34261e5ac020dd" providerId="LiveId" clId="{D125C9CB-D2F0-420C-97C0-65874EF54C6C}" dt="2026-07-25T03:47:01.089" v="463" actId="14100"/>
        <pc:sldMkLst>
          <pc:docMk/>
          <pc:sldMk cId="3201223458" sldId="259"/>
        </pc:sldMkLst>
        <pc:picChg chg="add mod">
          <ac:chgData name="Vishal M" userId="fd34261e5ac020dd" providerId="LiveId" clId="{D125C9CB-D2F0-420C-97C0-65874EF54C6C}" dt="2026-07-25T03:47:01.089" v="463" actId="14100"/>
          <ac:picMkLst>
            <pc:docMk/>
            <pc:sldMk cId="3201223458" sldId="259"/>
            <ac:picMk id="4" creationId="{5F053155-2043-D9E7-6642-880F457F4ED7}"/>
          </ac:picMkLst>
        </pc:picChg>
      </pc:sldChg>
      <pc:sldChg chg="modSp">
        <pc:chgData name="Vishal M" userId="fd34261e5ac020dd" providerId="LiveId" clId="{D125C9CB-D2F0-420C-97C0-65874EF54C6C}" dt="2026-07-25T03:31:06.161" v="343"/>
        <pc:sldMkLst>
          <pc:docMk/>
          <pc:sldMk cId="2787277134" sldId="260"/>
        </pc:sldMkLst>
        <pc:spChg chg="mod">
          <ac:chgData name="Vishal M" userId="fd34261e5ac020dd" providerId="LiveId" clId="{D125C9CB-D2F0-420C-97C0-65874EF54C6C}" dt="2026-07-25T03:30:52.651" v="342"/>
          <ac:spMkLst>
            <pc:docMk/>
            <pc:sldMk cId="2787277134" sldId="260"/>
            <ac:spMk id="2" creationId="{E683F35D-D020-3D4D-77A1-13E611E9BF40}"/>
          </ac:spMkLst>
        </pc:spChg>
        <pc:spChg chg="mod">
          <ac:chgData name="Vishal M" userId="fd34261e5ac020dd" providerId="LiveId" clId="{D125C9CB-D2F0-420C-97C0-65874EF54C6C}" dt="2026-07-25T03:31:06.161" v="343"/>
          <ac:spMkLst>
            <pc:docMk/>
            <pc:sldMk cId="2787277134" sldId="260"/>
            <ac:spMk id="3" creationId="{E0DC261A-1810-84CB-7EAD-0344BFB09CE8}"/>
          </ac:spMkLst>
        </pc:spChg>
      </pc:sldChg>
      <pc:sldChg chg="addSp modSp new mod">
        <pc:chgData name="Vishal M" userId="fd34261e5ac020dd" providerId="LiveId" clId="{D125C9CB-D2F0-420C-97C0-65874EF54C6C}" dt="2026-07-24T17:10:28.944" v="38" actId="14100"/>
        <pc:sldMkLst>
          <pc:docMk/>
          <pc:sldMk cId="2491396960" sldId="261"/>
        </pc:sldMkLst>
        <pc:spChg chg="mod">
          <ac:chgData name="Vishal M" userId="fd34261e5ac020dd" providerId="LiveId" clId="{D125C9CB-D2F0-420C-97C0-65874EF54C6C}" dt="2026-07-24T17:07:50.037" v="27"/>
          <ac:spMkLst>
            <pc:docMk/>
            <pc:sldMk cId="2491396960" sldId="261"/>
            <ac:spMk id="2" creationId="{A6486B34-2F69-0178-69B6-96C7861D0D3B}"/>
          </ac:spMkLst>
        </pc:spChg>
        <pc:spChg chg="mod">
          <ac:chgData name="Vishal M" userId="fd34261e5ac020dd" providerId="LiveId" clId="{D125C9CB-D2F0-420C-97C0-65874EF54C6C}" dt="2026-07-24T17:08:22.557" v="32" actId="20577"/>
          <ac:spMkLst>
            <pc:docMk/>
            <pc:sldMk cId="2491396960" sldId="261"/>
            <ac:spMk id="3" creationId="{D16F5D80-D442-22E3-CD30-C773A74CD668}"/>
          </ac:spMkLst>
        </pc:spChg>
        <pc:picChg chg="add mod">
          <ac:chgData name="Vishal M" userId="fd34261e5ac020dd" providerId="LiveId" clId="{D125C9CB-D2F0-420C-97C0-65874EF54C6C}" dt="2026-07-24T17:10:28.944" v="38" actId="14100"/>
          <ac:picMkLst>
            <pc:docMk/>
            <pc:sldMk cId="2491396960" sldId="261"/>
            <ac:picMk id="4" creationId="{26BD63E0-30FF-9368-9A5A-08EC6BFF53BC}"/>
          </ac:picMkLst>
        </pc:picChg>
      </pc:sldChg>
      <pc:sldChg chg="modSp new mod">
        <pc:chgData name="Vishal M" userId="fd34261e5ac020dd" providerId="LiveId" clId="{D125C9CB-D2F0-420C-97C0-65874EF54C6C}" dt="2026-07-24T17:14:09.120" v="43"/>
        <pc:sldMkLst>
          <pc:docMk/>
          <pc:sldMk cId="2894038007" sldId="262"/>
        </pc:sldMkLst>
        <pc:spChg chg="mod">
          <ac:chgData name="Vishal M" userId="fd34261e5ac020dd" providerId="LiveId" clId="{D125C9CB-D2F0-420C-97C0-65874EF54C6C}" dt="2026-07-24T17:14:09.120" v="43"/>
          <ac:spMkLst>
            <pc:docMk/>
            <pc:sldMk cId="2894038007" sldId="262"/>
            <ac:spMk id="2" creationId="{300199C9-B88D-383E-0D0B-207A18F60C44}"/>
          </ac:spMkLst>
        </pc:spChg>
        <pc:spChg chg="mod">
          <ac:chgData name="Vishal M" userId="fd34261e5ac020dd" providerId="LiveId" clId="{D125C9CB-D2F0-420C-97C0-65874EF54C6C}" dt="2026-07-24T17:12:45.528" v="42" actId="20577"/>
          <ac:spMkLst>
            <pc:docMk/>
            <pc:sldMk cId="2894038007" sldId="262"/>
            <ac:spMk id="3" creationId="{2F621AB1-A321-04F4-F1C4-29F96ADB5A02}"/>
          </ac:spMkLst>
        </pc:spChg>
      </pc:sldChg>
      <pc:sldChg chg="modSp new mod">
        <pc:chgData name="Vishal M" userId="fd34261e5ac020dd" providerId="LiveId" clId="{D125C9CB-D2F0-420C-97C0-65874EF54C6C}" dt="2026-07-25T03:34:51.292" v="407" actId="14100"/>
        <pc:sldMkLst>
          <pc:docMk/>
          <pc:sldMk cId="558707611" sldId="263"/>
        </pc:sldMkLst>
        <pc:spChg chg="mod">
          <ac:chgData name="Vishal M" userId="fd34261e5ac020dd" providerId="LiveId" clId="{D125C9CB-D2F0-420C-97C0-65874EF54C6C}" dt="2026-07-25T03:25:45.398" v="88"/>
          <ac:spMkLst>
            <pc:docMk/>
            <pc:sldMk cId="558707611" sldId="263"/>
            <ac:spMk id="2" creationId="{1E56BE0D-C44C-FE05-2486-24B40D7194A9}"/>
          </ac:spMkLst>
        </pc:spChg>
        <pc:spChg chg="mod">
          <ac:chgData name="Vishal M" userId="fd34261e5ac020dd" providerId="LiveId" clId="{D125C9CB-D2F0-420C-97C0-65874EF54C6C}" dt="2026-07-24T17:15:53.212" v="59" actId="20577"/>
          <ac:spMkLst>
            <pc:docMk/>
            <pc:sldMk cId="558707611" sldId="263"/>
            <ac:spMk id="3" creationId="{7B1F2290-F95F-32D5-19B4-EB70501D52F9}"/>
          </ac:spMkLst>
        </pc:spChg>
        <pc:picChg chg="mod">
          <ac:chgData name="Vishal M" userId="fd34261e5ac020dd" providerId="LiveId" clId="{D125C9CB-D2F0-420C-97C0-65874EF54C6C}" dt="2026-07-25T03:34:51.292" v="407" actId="14100"/>
          <ac:picMkLst>
            <pc:docMk/>
            <pc:sldMk cId="558707611" sldId="263"/>
            <ac:picMk id="4" creationId="{07533DA9-7A16-0890-6FCC-4B3022EAFA19}"/>
          </ac:picMkLst>
        </pc:picChg>
      </pc:sldChg>
      <pc:sldChg chg="addSp delSp new del mod">
        <pc:chgData name="Vishal M" userId="fd34261e5ac020dd" providerId="LiveId" clId="{D125C9CB-D2F0-420C-97C0-65874EF54C6C}" dt="2026-07-24T17:03:17.723" v="5" actId="680"/>
        <pc:sldMkLst>
          <pc:docMk/>
          <pc:sldMk cId="1772837505" sldId="263"/>
        </pc:sldMkLst>
        <pc:spChg chg="add del">
          <ac:chgData name="Vishal M" userId="fd34261e5ac020dd" providerId="LiveId" clId="{D125C9CB-D2F0-420C-97C0-65874EF54C6C}" dt="2026-07-24T17:03:14.041" v="4" actId="22"/>
          <ac:spMkLst>
            <pc:docMk/>
            <pc:sldMk cId="1772837505" sldId="263"/>
            <ac:spMk id="5" creationId="{78DE3660-7DFB-F946-FC1D-0E5379DADC7F}"/>
          </ac:spMkLst>
        </pc:spChg>
      </pc:sldChg>
      <pc:sldChg chg="addSp modSp new mod">
        <pc:chgData name="Vishal M" userId="fd34261e5ac020dd" providerId="LiveId" clId="{D125C9CB-D2F0-420C-97C0-65874EF54C6C}" dt="2026-07-25T03:37:23.425" v="419" actId="1036"/>
        <pc:sldMkLst>
          <pc:docMk/>
          <pc:sldMk cId="637502101" sldId="264"/>
        </pc:sldMkLst>
        <pc:spChg chg="mod">
          <ac:chgData name="Vishal M" userId="fd34261e5ac020dd" providerId="LiveId" clId="{D125C9CB-D2F0-420C-97C0-65874EF54C6C}" dt="2026-07-24T17:16:24.576" v="60"/>
          <ac:spMkLst>
            <pc:docMk/>
            <pc:sldMk cId="637502101" sldId="264"/>
            <ac:spMk id="2" creationId="{FC54B77F-05F5-E0BD-31EB-8C9986D831C7}"/>
          </ac:spMkLst>
        </pc:spChg>
        <pc:spChg chg="mod">
          <ac:chgData name="Vishal M" userId="fd34261e5ac020dd" providerId="LiveId" clId="{D125C9CB-D2F0-420C-97C0-65874EF54C6C}" dt="2026-07-25T03:28:51.492" v="335"/>
          <ac:spMkLst>
            <pc:docMk/>
            <pc:sldMk cId="637502101" sldId="264"/>
            <ac:spMk id="3" creationId="{8E528CA2-5F8B-9626-BA07-BD1A7D53809D}"/>
          </ac:spMkLst>
        </pc:spChg>
        <pc:picChg chg="add mod">
          <ac:chgData name="Vishal M" userId="fd34261e5ac020dd" providerId="LiveId" clId="{D125C9CB-D2F0-420C-97C0-65874EF54C6C}" dt="2026-07-25T03:37:23.425" v="419" actId="1036"/>
          <ac:picMkLst>
            <pc:docMk/>
            <pc:sldMk cId="637502101" sldId="264"/>
            <ac:picMk id="4" creationId="{00D80CDD-9A80-22DB-34E1-9015EEFD1140}"/>
          </ac:picMkLst>
        </pc:picChg>
      </pc:sldChg>
      <pc:sldChg chg="modSp new">
        <pc:chgData name="Vishal M" userId="fd34261e5ac020dd" providerId="LiveId" clId="{D125C9CB-D2F0-420C-97C0-65874EF54C6C}" dt="2026-07-25T03:27:16.904" v="90"/>
        <pc:sldMkLst>
          <pc:docMk/>
          <pc:sldMk cId="3892070250" sldId="265"/>
        </pc:sldMkLst>
        <pc:spChg chg="mod">
          <ac:chgData name="Vishal M" userId="fd34261e5ac020dd" providerId="LiveId" clId="{D125C9CB-D2F0-420C-97C0-65874EF54C6C}" dt="2026-07-25T03:26:55.394" v="89"/>
          <ac:spMkLst>
            <pc:docMk/>
            <pc:sldMk cId="3892070250" sldId="265"/>
            <ac:spMk id="2" creationId="{41E838C0-0946-C251-3F30-F226CF92206D}"/>
          </ac:spMkLst>
        </pc:spChg>
        <pc:spChg chg="mod">
          <ac:chgData name="Vishal M" userId="fd34261e5ac020dd" providerId="LiveId" clId="{D125C9CB-D2F0-420C-97C0-65874EF54C6C}" dt="2026-07-25T03:27:16.904" v="90"/>
          <ac:spMkLst>
            <pc:docMk/>
            <pc:sldMk cId="3892070250" sldId="265"/>
            <ac:spMk id="3" creationId="{A1A8BFB6-CACC-C1BD-F41D-E5E245A850EF}"/>
          </ac:spMkLst>
        </pc:spChg>
      </pc:sldChg>
      <pc:sldChg chg="addSp modSp new mod">
        <pc:chgData name="Vishal M" userId="fd34261e5ac020dd" providerId="LiveId" clId="{D125C9CB-D2F0-420C-97C0-65874EF54C6C}" dt="2026-07-25T03:39:37.727" v="425" actId="1076"/>
        <pc:sldMkLst>
          <pc:docMk/>
          <pc:sldMk cId="2510736142" sldId="266"/>
        </pc:sldMkLst>
        <pc:spChg chg="mod">
          <ac:chgData name="Vishal M" userId="fd34261e5ac020dd" providerId="LiveId" clId="{D125C9CB-D2F0-420C-97C0-65874EF54C6C}" dt="2026-07-25T03:29:16.197" v="336"/>
          <ac:spMkLst>
            <pc:docMk/>
            <pc:sldMk cId="2510736142" sldId="266"/>
            <ac:spMk id="2" creationId="{DD322947-2731-AD25-AF78-3B02D3D55A69}"/>
          </ac:spMkLst>
        </pc:spChg>
        <pc:spChg chg="mod">
          <ac:chgData name="Vishal M" userId="fd34261e5ac020dd" providerId="LiveId" clId="{D125C9CB-D2F0-420C-97C0-65874EF54C6C}" dt="2026-07-25T03:29:39.805" v="337"/>
          <ac:spMkLst>
            <pc:docMk/>
            <pc:sldMk cId="2510736142" sldId="266"/>
            <ac:spMk id="3" creationId="{59DAB77D-D01C-E916-24E5-7E232D8BB7B0}"/>
          </ac:spMkLst>
        </pc:spChg>
        <pc:picChg chg="add mod">
          <ac:chgData name="Vishal M" userId="fd34261e5ac020dd" providerId="LiveId" clId="{D125C9CB-D2F0-420C-97C0-65874EF54C6C}" dt="2026-07-25T03:39:37.727" v="425" actId="1076"/>
          <ac:picMkLst>
            <pc:docMk/>
            <pc:sldMk cId="2510736142" sldId="266"/>
            <ac:picMk id="4" creationId="{A5D59E35-29B9-9C40-8F78-73102B8024B6}"/>
          </ac:picMkLst>
        </pc:picChg>
      </pc:sldChg>
      <pc:sldChg chg="addSp modSp new mod">
        <pc:chgData name="Vishal M" userId="fd34261e5ac020dd" providerId="LiveId" clId="{D125C9CB-D2F0-420C-97C0-65874EF54C6C}" dt="2026-07-25T03:40:46.804" v="431" actId="14100"/>
        <pc:sldMkLst>
          <pc:docMk/>
          <pc:sldMk cId="26841255" sldId="267"/>
        </pc:sldMkLst>
        <pc:spChg chg="mod">
          <ac:chgData name="Vishal M" userId="fd34261e5ac020dd" providerId="LiveId" clId="{D125C9CB-D2F0-420C-97C0-65874EF54C6C}" dt="2026-07-25T03:29:58.865" v="338"/>
          <ac:spMkLst>
            <pc:docMk/>
            <pc:sldMk cId="26841255" sldId="267"/>
            <ac:spMk id="2" creationId="{1822AD39-0323-3C3E-BCA5-FFCB22FC636C}"/>
          </ac:spMkLst>
        </pc:spChg>
        <pc:spChg chg="mod">
          <ac:chgData name="Vishal M" userId="fd34261e5ac020dd" providerId="LiveId" clId="{D125C9CB-D2F0-420C-97C0-65874EF54C6C}" dt="2026-07-25T03:30:35.318" v="341"/>
          <ac:spMkLst>
            <pc:docMk/>
            <pc:sldMk cId="26841255" sldId="267"/>
            <ac:spMk id="3" creationId="{933DDDFD-FB16-E69A-C2B2-171CA460E949}"/>
          </ac:spMkLst>
        </pc:spChg>
        <pc:picChg chg="add mod">
          <ac:chgData name="Vishal M" userId="fd34261e5ac020dd" providerId="LiveId" clId="{D125C9CB-D2F0-420C-97C0-65874EF54C6C}" dt="2026-07-25T03:40:46.804" v="431" actId="14100"/>
          <ac:picMkLst>
            <pc:docMk/>
            <pc:sldMk cId="26841255" sldId="267"/>
            <ac:picMk id="4" creationId="{FA718DF4-9AD4-860B-C23C-B2C12387F87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CSA0303</a:t>
            </a:r>
            <a:br>
              <a:rPr lang="en-US" sz="8000" dirty="0"/>
            </a:br>
            <a:r>
              <a:rPr lang="en-US" sz="8000" dirty="0"/>
              <a:t>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M.VISHAL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192511244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D6C5-FE27-7904-C2C1-22BDE94D8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Music Streaming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8F354-AE92-4325-1DD8-CA43405C6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  <a:p>
            <a:r>
              <a:rPr lang="en-IN" dirty="0"/>
              <a:t> Music streaming applications manage dynamic playlists. </a:t>
            </a:r>
          </a:p>
          <a:p>
            <a:r>
              <a:rPr lang="en-IN" dirty="0"/>
              <a:t> Users can add, remove, and reorder songs. </a:t>
            </a:r>
          </a:p>
          <a:p>
            <a:r>
              <a:rPr lang="en-IN" dirty="0"/>
              <a:t> Users can navigate to the next or previous song. </a:t>
            </a:r>
          </a:p>
          <a:p>
            <a:r>
              <a:rPr lang="en-IN" dirty="0"/>
              <a:t> The data structure should support frequent updates efficiently.</a:t>
            </a:r>
          </a:p>
          <a:p>
            <a:endParaRPr lang="en-IN" dirty="0"/>
          </a:p>
        </p:txBody>
      </p:sp>
      <p:pic>
        <p:nvPicPr>
          <p:cNvPr id="4" name="Picture 3" descr="Guide to Creating Music Streaming App | Development Tutorial | BizTechCS">
            <a:extLst>
              <a:ext uri="{FF2B5EF4-FFF2-40B4-BE49-F238E27FC236}">
                <a16:creationId xmlns:a16="http://schemas.microsoft.com/office/drawing/2014/main" id="{5F053155-2043-D9E7-6642-880F457F4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731" y="2192694"/>
            <a:ext cx="4114800" cy="275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2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6B34-2F69-0178-69B6-96C7861D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Recommended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F5D80-D442-22E3-CD30-C773A74CD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18049"/>
            <a:ext cx="10058400" cy="4077479"/>
          </a:xfrm>
        </p:spPr>
        <p:txBody>
          <a:bodyPr/>
          <a:lstStyle/>
          <a:p>
            <a:r>
              <a:rPr lang="en-IN" b="1" dirty="0"/>
              <a:t>Doubly Linked List</a:t>
            </a:r>
            <a:endParaRPr lang="en-IN" dirty="0"/>
          </a:p>
          <a:p>
            <a:r>
              <a:rPr lang="en-IN" dirty="0"/>
              <a:t> Stores each song as a node. </a:t>
            </a:r>
          </a:p>
          <a:p>
            <a:r>
              <a:rPr lang="en-IN" dirty="0"/>
              <a:t> Each node has links to the previous and next songs. </a:t>
            </a:r>
          </a:p>
          <a:p>
            <a:r>
              <a:rPr lang="en-IN" dirty="0"/>
              <a:t> Allows easy insertion and deletion. </a:t>
            </a:r>
          </a:p>
          <a:p>
            <a:r>
              <a:rPr lang="en-IN" dirty="0"/>
              <a:t> Supports bidirectional navigation. </a:t>
            </a:r>
          </a:p>
          <a:p>
            <a:endParaRPr lang="en-IN" dirty="0"/>
          </a:p>
        </p:txBody>
      </p:sp>
      <p:pic>
        <p:nvPicPr>
          <p:cNvPr id="4" name="Picture 3" descr="Doubly Linked List in Data Structure - TechVidvan">
            <a:extLst>
              <a:ext uri="{FF2B5EF4-FFF2-40B4-BE49-F238E27FC236}">
                <a16:creationId xmlns:a16="http://schemas.microsoft.com/office/drawing/2014/main" id="{26BD63E0-30FF-9368-9A5A-08EC6BFF5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420" y="2118050"/>
            <a:ext cx="5251580" cy="292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9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99C9-B88D-383E-0D0B-207A18F6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Justification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21AB1-A321-04F4-F1C4-29F96ADB5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Insert Song – </a:t>
            </a:r>
            <a:r>
              <a:rPr lang="en-IN" b="1" dirty="0"/>
              <a:t>O(1)</a:t>
            </a:r>
            <a:r>
              <a:rPr lang="en-IN" dirty="0"/>
              <a:t> </a:t>
            </a:r>
          </a:p>
          <a:p>
            <a:r>
              <a:rPr lang="en-IN" dirty="0"/>
              <a:t> Delete Song – </a:t>
            </a:r>
            <a:r>
              <a:rPr lang="en-IN" b="1" dirty="0"/>
              <a:t>O(1)</a:t>
            </a:r>
            <a:r>
              <a:rPr lang="en-IN" dirty="0"/>
              <a:t> </a:t>
            </a:r>
          </a:p>
          <a:p>
            <a:r>
              <a:rPr lang="en-IN" dirty="0"/>
              <a:t> Search Song – </a:t>
            </a:r>
            <a:r>
              <a:rPr lang="en-IN" b="1" dirty="0"/>
              <a:t>O(n)</a:t>
            </a:r>
            <a:r>
              <a:rPr lang="en-IN" dirty="0"/>
              <a:t> </a:t>
            </a:r>
          </a:p>
          <a:p>
            <a:r>
              <a:rPr lang="en-IN" dirty="0"/>
              <a:t>Previous/Next Song – </a:t>
            </a:r>
            <a:r>
              <a:rPr lang="en-IN" b="1" dirty="0"/>
              <a:t>O(1)</a:t>
            </a:r>
            <a:r>
              <a:rPr lang="en-IN" dirty="0"/>
              <a:t> </a:t>
            </a:r>
          </a:p>
          <a:p>
            <a:r>
              <a:rPr lang="en-IN" b="1" dirty="0"/>
              <a:t>Conclusion:</a:t>
            </a:r>
            <a:r>
              <a:rPr lang="en-IN" dirty="0"/>
              <a:t> Doubly Linked List is the best choice because it offers flexibility and efficient playlist management.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03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BE0D-C44C-FE05-2486-24B40D71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Dictionary Word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2290-F95F-32D5-19B4-EB70501D5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  <a:p>
            <a:r>
              <a:rPr lang="en-IN" dirty="0"/>
              <a:t> A dictionary stores millions of words. </a:t>
            </a:r>
          </a:p>
          <a:p>
            <a:r>
              <a:rPr lang="en-IN" dirty="0"/>
              <a:t>Users need instant word search. </a:t>
            </a:r>
          </a:p>
          <a:p>
            <a:pPr marL="0" indent="0">
              <a:buNone/>
            </a:pPr>
            <a:r>
              <a:rPr lang="en-IN" dirty="0"/>
              <a:t>  It should support auto-complete and spell checking. </a:t>
            </a:r>
          </a:p>
          <a:p>
            <a:r>
              <a:rPr lang="en-IN" dirty="0"/>
              <a:t>Search performance is the primary requirement. </a:t>
            </a:r>
          </a:p>
          <a:p>
            <a:endParaRPr lang="en-IN" dirty="0"/>
          </a:p>
        </p:txBody>
      </p:sp>
      <p:pic>
        <p:nvPicPr>
          <p:cNvPr id="4" name="Picture 3" descr="Dictionary Word Search">
            <a:extLst>
              <a:ext uri="{FF2B5EF4-FFF2-40B4-BE49-F238E27FC236}">
                <a16:creationId xmlns:a16="http://schemas.microsoft.com/office/drawing/2014/main" id="{07533DA9-7A16-0890-6FCC-4B3022EAF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249" y="2295331"/>
            <a:ext cx="4460033" cy="270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0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B77F-05F5-E0BD-31EB-8C9986D8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Recommended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28CA2-5F8B-9626-BA07-BD1A7D53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Recommended Data Structure — Hash Table</a:t>
            </a:r>
          </a:p>
          <a:p>
            <a:r>
              <a:rPr lang="en-IN" dirty="0"/>
              <a:t>Stores words using hash functions. </a:t>
            </a:r>
          </a:p>
          <a:p>
            <a:r>
              <a:rPr lang="en-IN" dirty="0"/>
              <a:t>Uses key-value or key-based storage. </a:t>
            </a:r>
          </a:p>
          <a:p>
            <a:r>
              <a:rPr lang="en-IN" dirty="0"/>
              <a:t>Average search time: </a:t>
            </a:r>
            <a:r>
              <a:rPr lang="en-IN" b="1" dirty="0"/>
              <a:t>O(1)</a:t>
            </a:r>
            <a:r>
              <a:rPr lang="en-IN" dirty="0"/>
              <a:t>. </a:t>
            </a:r>
          </a:p>
          <a:p>
            <a:r>
              <a:rPr lang="en-IN" dirty="0"/>
              <a:t>Very efficient for exact word existence checks.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Learn Hash Tables in 13 minutes #️⃣">
            <a:extLst>
              <a:ext uri="{FF2B5EF4-FFF2-40B4-BE49-F238E27FC236}">
                <a16:creationId xmlns:a16="http://schemas.microsoft.com/office/drawing/2014/main" id="{00D80CDD-9A80-22DB-34E1-9015EEFD1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828" y="2136194"/>
            <a:ext cx="3023119" cy="30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02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38C0-0946-C251-3F30-F226CF92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8BFB6-CACC-C1BD-F41D-E5E245A85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Extremely fast average lookup. </a:t>
            </a:r>
          </a:p>
          <a:p>
            <a:r>
              <a:rPr lang="en-IN" dirty="0"/>
              <a:t>Efficient insertion and deletion. </a:t>
            </a:r>
          </a:p>
          <a:p>
            <a:r>
              <a:rPr lang="en-IN" dirty="0"/>
              <a:t>Suitable for large word databases. </a:t>
            </a:r>
          </a:p>
          <a:p>
            <a:r>
              <a:rPr lang="en-IN" b="1" dirty="0"/>
              <a:t>Limitation:</a:t>
            </a:r>
            <a:r>
              <a:rPr lang="en-IN" dirty="0"/>
              <a:t> Hash collisions can occur. </a:t>
            </a:r>
          </a:p>
          <a:p>
            <a:r>
              <a:rPr lang="en-IN" b="1" dirty="0"/>
              <a:t>Conclusion:</a:t>
            </a:r>
            <a:r>
              <a:rPr lang="en-IN" dirty="0"/>
              <a:t> Hash Table is an excellent choice for fast dictionary word searches.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070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2947-2731-AD25-AF78-3B02D3D5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Scheduling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AB77D-D01C-E916-24E5-7E232D8BB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Problem &amp; Requirements</a:t>
            </a:r>
          </a:p>
          <a:p>
            <a:r>
              <a:rPr lang="en-IN" dirty="0"/>
              <a:t>Jobs have different priority levels. </a:t>
            </a:r>
          </a:p>
          <a:p>
            <a:r>
              <a:rPr lang="en-IN" dirty="0"/>
              <a:t>The highest-priority job should execute first. </a:t>
            </a:r>
          </a:p>
          <a:p>
            <a:r>
              <a:rPr lang="en-IN" dirty="0"/>
              <a:t>New tasks can arrive dynamically. </a:t>
            </a:r>
          </a:p>
          <a:p>
            <a:r>
              <a:rPr lang="en-IN" dirty="0"/>
              <a:t>The system needs efficient priority management.</a:t>
            </a:r>
          </a:p>
          <a:p>
            <a:endParaRPr lang="en-IN" dirty="0"/>
          </a:p>
        </p:txBody>
      </p:sp>
      <p:pic>
        <p:nvPicPr>
          <p:cNvPr id="4" name="Picture 3" descr="11 Best Task Scheduling Software for Effortless task management">
            <a:extLst>
              <a:ext uri="{FF2B5EF4-FFF2-40B4-BE49-F238E27FC236}">
                <a16:creationId xmlns:a16="http://schemas.microsoft.com/office/drawing/2014/main" id="{A5D59E35-29B9-9C40-8F78-73102B802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610" y="2108201"/>
            <a:ext cx="3895531" cy="280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3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AD39-0323-3C3E-BCA5-FFCB22FC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Priority Queue (Heap)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DDFD-FB16-E69A-C2B2-171CA460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Recommended Data Structure — Priority Queue (Heap)</a:t>
            </a:r>
          </a:p>
          <a:p>
            <a:r>
              <a:rPr lang="en-IN" dirty="0"/>
              <a:t>Maintains tasks according to priority. </a:t>
            </a:r>
          </a:p>
          <a:p>
            <a:r>
              <a:rPr lang="en-IN" dirty="0"/>
              <a:t>A </a:t>
            </a:r>
            <a:r>
              <a:rPr lang="en-IN" b="1" dirty="0"/>
              <a:t>Max Heap</a:t>
            </a:r>
            <a:r>
              <a:rPr lang="en-IN" dirty="0"/>
              <a:t> can execute the highest-priority task first. </a:t>
            </a:r>
          </a:p>
          <a:p>
            <a:r>
              <a:rPr lang="en-IN" dirty="0"/>
              <a:t>Insert task: </a:t>
            </a:r>
            <a:r>
              <a:rPr lang="en-IN" b="1" dirty="0"/>
              <a:t>O(log n)</a:t>
            </a:r>
            <a:r>
              <a:rPr lang="en-IN" dirty="0"/>
              <a:t>. </a:t>
            </a:r>
          </a:p>
          <a:p>
            <a:r>
              <a:rPr lang="en-IN" dirty="0"/>
              <a:t>Remove highest-priority task: </a:t>
            </a:r>
            <a:r>
              <a:rPr lang="en-IN" b="1" dirty="0"/>
              <a:t>O(log n)</a:t>
            </a:r>
            <a:r>
              <a:rPr lang="en-IN" dirty="0"/>
              <a:t>. </a:t>
            </a:r>
          </a:p>
          <a:p>
            <a:r>
              <a:rPr lang="en-IN" dirty="0"/>
              <a:t>Access highest priority: </a:t>
            </a:r>
            <a:r>
              <a:rPr lang="en-IN" b="1" dirty="0"/>
              <a:t>O(1)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4" name="Picture 3" descr="Priority Queue Data Structure">
            <a:extLst>
              <a:ext uri="{FF2B5EF4-FFF2-40B4-BE49-F238E27FC236}">
                <a16:creationId xmlns:a16="http://schemas.microsoft.com/office/drawing/2014/main" id="{FA718DF4-9AD4-860B-C23C-B2C12387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964" y="2108201"/>
            <a:ext cx="4953255" cy="349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F35D-D020-3D4D-77A1-13E611E9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C261A-1810-84CB-7EAD-0344BFB09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Efficient priority-based scheduling. </a:t>
            </a:r>
          </a:p>
          <a:p>
            <a:r>
              <a:rPr lang="en-IN" dirty="0"/>
              <a:t>Handles dynamic task insertion. </a:t>
            </a:r>
          </a:p>
          <a:p>
            <a:r>
              <a:rPr lang="en-IN" dirty="0"/>
              <a:t>Quickly identifies the next task to execute. </a:t>
            </a:r>
          </a:p>
          <a:p>
            <a:r>
              <a:rPr lang="en-IN" dirty="0"/>
              <a:t>Suitable for operating systems and job scheduling. </a:t>
            </a:r>
          </a:p>
          <a:p>
            <a:r>
              <a:rPr lang="en-IN" b="1" dirty="0"/>
              <a:t>Conclusion:</a:t>
            </a:r>
            <a:r>
              <a:rPr lang="en-IN" dirty="0"/>
              <a:t> Priority Queue implemented using a Heap is an efficient solution for priority-based task scheduling.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277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                 THANK YOU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230e9df3-be65-4c73-a93b-d1236ebd677e"/>
    <ds:schemaRef ds:uri="http://schemas.microsoft.com/office/2006/metadata/properties"/>
    <ds:schemaRef ds:uri="http://schemas.microsoft.com/sharepoint/v3"/>
    <ds:schemaRef ds:uri="http://www.w3.org/XML/1998/namespace"/>
    <ds:schemaRef ds:uri="http://purl.org/dc/elements/1.1/"/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{7FF10689-CBAB-4EE9-BB19-489F82BFF316}TFf0a5ceae-4542-492d-822e-d65a94fb0e1e3b562c5a_win32-009a0557e699</Template>
  <TotalTime>53</TotalTime>
  <Words>392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Bookman Old Style</vt:lpstr>
      <vt:lpstr>Calibri</vt:lpstr>
      <vt:lpstr>Franklin Gothic Book</vt:lpstr>
      <vt:lpstr>Custom</vt:lpstr>
      <vt:lpstr>CSA0303 DATA STRUCTURE</vt:lpstr>
      <vt:lpstr>Music Streaming Application</vt:lpstr>
      <vt:lpstr>Recommended Data Structure</vt:lpstr>
      <vt:lpstr>Justification &amp; Performance</vt:lpstr>
      <vt:lpstr>Dictionary Word Search</vt:lpstr>
      <vt:lpstr>Recommended Data Structure</vt:lpstr>
      <vt:lpstr>Advantages &amp; Conclusion</vt:lpstr>
      <vt:lpstr>Task Scheduling System</vt:lpstr>
      <vt:lpstr>Priority Queue (Heap)</vt:lpstr>
      <vt:lpstr>Advantages &amp; Conclusion</vt:lpstr>
      <vt:lpstr>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M</dc:creator>
  <cp:lastModifiedBy>Vishal M</cp:lastModifiedBy>
  <cp:revision>1</cp:revision>
  <cp:lastPrinted>2026-07-25T03:43:17Z</cp:lastPrinted>
  <dcterms:created xsi:type="dcterms:W3CDTF">2026-07-24T16:58:39Z</dcterms:created>
  <dcterms:modified xsi:type="dcterms:W3CDTF">2026-07-25T03:47:02Z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